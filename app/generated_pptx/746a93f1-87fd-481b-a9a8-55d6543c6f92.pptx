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 by AI Slide Generator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-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 idea 1.1 about Machine Learning</a:t>
            </a:r>
          </a:p>
          <a:p>
            <a:pPr>
              <a:defRPr sz="1800"/>
            </a:pPr>
            <a:r>
              <a:t>Key idea 1.2 about Machine Learning</a:t>
            </a:r>
          </a:p>
          <a:p>
            <a:pPr>
              <a:defRPr sz="1800"/>
            </a:pPr>
            <a:r>
              <a:t>Key idea 1.3 about Machine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-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 idea 2.1 about Machine Learning</a:t>
            </a:r>
          </a:p>
          <a:p>
            <a:pPr>
              <a:defRPr sz="1800"/>
            </a:pPr>
            <a:r>
              <a:t>Key idea 2.2 about Machine Learning</a:t>
            </a:r>
          </a:p>
          <a:p>
            <a:pPr>
              <a:defRPr sz="1800"/>
            </a:pPr>
            <a:r>
              <a:t>Key idea 2.3 about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-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 idea 3.1 about Machine Learning</a:t>
            </a:r>
          </a:p>
          <a:p>
            <a:pPr>
              <a:defRPr sz="1800"/>
            </a:pPr>
            <a:r>
              <a:t>Key idea 3.2 about Machine Learning</a:t>
            </a:r>
          </a:p>
          <a:p>
            <a:pPr>
              <a:defRPr sz="1800"/>
            </a:pPr>
            <a:r>
              <a:t>Key idea 3.3 about 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-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 idea 4.1 about Machine Learning</a:t>
            </a:r>
          </a:p>
          <a:p>
            <a:pPr>
              <a:defRPr sz="1800"/>
            </a:pPr>
            <a:r>
              <a:t>Key idea 4.2 about Machine Learning</a:t>
            </a:r>
          </a:p>
          <a:p>
            <a:pPr>
              <a:defRPr sz="1800"/>
            </a:pPr>
            <a:r>
              <a:t>Key idea 4.3 about Machine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Machine Learning -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Key idea 5.1 about Machine Learning</a:t>
            </a:r>
          </a:p>
          <a:p>
            <a:pPr>
              <a:defRPr sz="1800"/>
            </a:pPr>
            <a:r>
              <a:t>Key idea 5.2 about Machine Learning</a:t>
            </a:r>
          </a:p>
          <a:p>
            <a:pPr>
              <a:defRPr sz="1800"/>
            </a:pPr>
            <a:r>
              <a:t>Key idea 5.3 about Machine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