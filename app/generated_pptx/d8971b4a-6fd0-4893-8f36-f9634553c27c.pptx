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AI Slide Generator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Machine Learning?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Machine Learning (ML) is a subset of Artificial Intelligence (AI) that enables systems to learn from data without explicit programming.</a:t>
            </a:r>
          </a:p>
          <a:p>
            <a:pPr>
              <a:defRPr sz="1800"/>
            </a:pPr>
            <a:r>
              <a:t>Instead of following static instructions, ML algorithms identify patterns and make predictions or decisions based on observed data.</a:t>
            </a:r>
          </a:p>
          <a:p>
            <a:pPr>
              <a:defRPr sz="1800"/>
            </a:pPr>
            <a:r>
              <a:t>The core idea is to build models that can generalize from examples, improving performance over time as more data is processed.</a:t>
            </a:r>
          </a:p>
          <a:p>
            <a:pPr>
              <a:defRPr sz="1800"/>
            </a:pPr>
            <a:r>
              <a:t>ML drives innovation across various industries, from healthcare to finance, by automating complex analytical tasks.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Types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**Supervised Learning:** Trains models on labeled datasets, where each input has a known output (e.g., predicting house prices based on features). Common tasks include classification and regression.</a:t>
            </a:r>
          </a:p>
          <a:p>
            <a:pPr>
              <a:defRPr sz="1800"/>
            </a:pPr>
            <a:r>
              <a:t>**Unsupervised Learning:** Deals with unlabeled data, aiming to find hidden patterns or structures (e.g., customer segmentation, anomaly detection). Techniques include clustering and dimensionality reduction.</a:t>
            </a:r>
          </a:p>
          <a:p>
            <a:pPr>
              <a:defRPr sz="1800"/>
            </a:pPr>
            <a:r>
              <a:t>**Reinforcement Learning:** An agent learns to make decisions by performing actions in an environment to maximize a reward signal, often through trial and error (e.g., training AI for games, robotics).</a:t>
            </a:r>
          </a:p>
          <a:p>
            <a:pPr>
              <a:defRPr sz="1800"/>
            </a:pPr>
            <a:r>
              <a:t>**Semi-Supervised Learning:** Combines a small amount of labeled data with a large amount of unlabeled data to improve learning efficiency.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Machine Learning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**1. Data Collection &amp; Preparation:** Gathering relevant data, cleaning, transforming, and handling missing values to ensure quality and suitability.</a:t>
            </a:r>
          </a:p>
          <a:p>
            <a:pPr>
              <a:defRPr sz="1800"/>
            </a:pPr>
            <a:r>
              <a:t>**2. Model Training:** Selecting an appropriate algorithm and feeding it the prepared data. The algorithm learns parameters and patterns from the training set.</a:t>
            </a:r>
          </a:p>
          <a:p>
            <a:pPr>
              <a:defRPr sz="1800"/>
            </a:pPr>
            <a:r>
              <a:t>**3. Model Evaluation:** Testing the trained model's performance on unseen data (test set) using metrics like accuracy, precision, recall, or F1-score to assess its generalization ability.</a:t>
            </a:r>
          </a:p>
          <a:p>
            <a:pPr>
              <a:defRPr sz="1800"/>
            </a:pPr>
            <a:r>
              <a:t>**4. Model Deployment &amp; Monitoring:** Integrating the validated model into an application or system to make real-time predictions or decisions, and continuously monitoring its performance.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Applications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**Image &amp; Speech Recognition:** Powering facial recognition, object detection in autonomous vehicles, and voice assistants (e.g., Siri, Alexa).</a:t>
            </a:r>
          </a:p>
          <a:p>
            <a:pPr>
              <a:defRPr sz="1800"/>
            </a:pPr>
            <a:r>
              <a:t>**Natural Language Processing (NLP):** Enabling chatbots, spam detection, language translation, and sentiment analysis.</a:t>
            </a:r>
          </a:p>
          <a:p>
            <a:pPr>
              <a:defRPr sz="1800"/>
            </a:pPr>
            <a:r>
              <a:t>**Recommendation Systems:** Personalizing user experiences on platforms like Netflix (movies), Amazon (products), and Spotify (music) by suggesting relevant items.</a:t>
            </a:r>
          </a:p>
          <a:p>
            <a:pPr>
              <a:defRPr sz="1800"/>
            </a:pPr>
            <a:r>
              <a:t>**Predictive Analytics:** Forecasting stock market trends, predicting equipment failures, and identifying potential fraudulent transactions in finance.</a:t>
            </a:r>
          </a:p>
          <a:p>
            <a:pPr>
              <a:defRPr sz="1800"/>
            </a:pPr>
            <a:r>
              <a:t>**Healthcare:** Assisting in disease diagnosis, drug discovery, personalized treatment plans, and medical image analysis.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and Future of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**Data Privacy &amp; Bias:** Ensuring ethical data usage and addressing algorithmic bias that can lead to unfair or discriminatory outcomes.</a:t>
            </a:r>
          </a:p>
          <a:p>
            <a:pPr>
              <a:defRPr sz="1800"/>
            </a:pPr>
            <a:r>
              <a:t>**Model Interpretability:** Understanding 'black-box' models and explaining their decisions, particularly crucial in sensitive domains like healthcare or legal.</a:t>
            </a:r>
          </a:p>
          <a:p>
            <a:pPr>
              <a:defRPr sz="1800"/>
            </a:pPr>
            <a:r>
              <a:t>**Computational Resources:** High demands for processing power and large datasets can be a barrier for some applications or organizations.</a:t>
            </a:r>
          </a:p>
          <a:p>
            <a:pPr>
              <a:defRPr sz="1800"/>
            </a:pPr>
            <a:r>
              <a:t>**The Future:** Expect advancements in Explainable AI (XAI), federated learning, more robust and generalizable models, and increasing integration into everyday life and scientific research.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